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6327"/>
  </p:normalViewPr>
  <p:slideViewPr>
    <p:cSldViewPr snapToGrid="0">
      <p:cViewPr>
        <p:scale>
          <a:sx n="30" d="100"/>
          <a:sy n="30" d="100"/>
        </p:scale>
        <p:origin x="243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7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7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6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1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0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2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7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8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2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5766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 1">
            <a:extLst>
              <a:ext uri="{FF2B5EF4-FFF2-40B4-BE49-F238E27FC236}">
                <a16:creationId xmlns:a16="http://schemas.microsoft.com/office/drawing/2014/main" id="{54F35A49-931E-2187-E047-91E9799DF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0687" y="0"/>
            <a:ext cx="23077714" cy="5834743"/>
          </a:xfrm>
        </p:spPr>
        <p:txBody>
          <a:bodyPr>
            <a:noAutofit/>
          </a:bodyPr>
          <a:lstStyle/>
          <a:p>
            <a:r>
              <a:rPr lang="en-US" sz="11200" dirty="0">
                <a:solidFill>
                  <a:srgbClr val="0070C0"/>
                </a:solidFill>
                <a:latin typeface=""/>
                <a:cs typeface="Chakra Petch" pitchFamily="2" charset="-34"/>
              </a:rPr>
              <a:t>Quantum spin ice in three-dimensional </a:t>
            </a:r>
            <a:br>
              <a:rPr lang="en-US" sz="11200" dirty="0">
                <a:solidFill>
                  <a:srgbClr val="0070C0"/>
                </a:solidFill>
                <a:latin typeface=""/>
                <a:cs typeface="Chakra Petch" pitchFamily="2" charset="-34"/>
              </a:rPr>
            </a:br>
            <a:r>
              <a:rPr lang="en-US" sz="11200" dirty="0">
                <a:solidFill>
                  <a:srgbClr val="0070C0"/>
                </a:solidFill>
                <a:latin typeface=""/>
                <a:cs typeface="Chakra Petch" pitchFamily="2" charset="-34"/>
              </a:rPr>
              <a:t>Rydberg atom arrays AN ATTENTION</a:t>
            </a:r>
            <a:endParaRPr lang="en-US" sz="11200" dirty="0">
              <a:latin typeface=""/>
              <a:cs typeface="Chakra Petch" pitchFamily="2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D119F-2095-77BF-0176-D7960023B7B4}"/>
              </a:ext>
            </a:extLst>
          </p:cNvPr>
          <p:cNvSpPr txBox="1"/>
          <p:nvPr/>
        </p:nvSpPr>
        <p:spPr>
          <a:xfrm>
            <a:off x="9274629" y="9884229"/>
            <a:ext cx="942674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latin typeface=""/>
                <a:cs typeface="Beirut" pitchFamily="2" charset="-78"/>
              </a:rPr>
              <a:t>AN ATTENTION</a:t>
            </a:r>
          </a:p>
        </p:txBody>
      </p:sp>
    </p:spTree>
    <p:extLst>
      <p:ext uri="{BB962C8B-B14F-4D97-AF65-F5344CB8AC3E}">
        <p14:creationId xmlns:p14="http://schemas.microsoft.com/office/powerpoint/2010/main" val="60799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161</TotalTime>
  <Words>13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Quantum spin ice in three-dimensional  Rydberg atom arrays AN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spin ice in three-dimensional  Rydberg atom arrays AN ATTENTION</dc:title>
  <dc:creator>Jeet Girish Shah</dc:creator>
  <cp:lastModifiedBy>Jeet Girish Shah</cp:lastModifiedBy>
  <cp:revision>1</cp:revision>
  <dcterms:created xsi:type="dcterms:W3CDTF">2023-06-20T16:03:43Z</dcterms:created>
  <dcterms:modified xsi:type="dcterms:W3CDTF">2023-06-20T18:45:14Z</dcterms:modified>
</cp:coreProperties>
</file>